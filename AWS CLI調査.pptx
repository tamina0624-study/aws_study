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B27399-D8E1-BE08-36D1-03C7DDE95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6B7FAC-D345-5765-B602-1EACAE763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B83CA7-266A-C208-746C-DA9C1048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500966-72DA-FDFD-615A-0660246A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F29F54-5F67-D335-2003-D06076B7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988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67BDF-23AA-1490-033F-8E57B04B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DCDDCB-195E-75F7-840F-8F217B8CD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8C19DB-8754-1822-4CDB-C84C8F18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1FADA4-BADF-5739-30BF-92137285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4AC8DE-FFA9-EABE-8527-6F00B5273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92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EF1EE-B076-5FA0-A16B-BA9A65D0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6A5FDC-4140-7AB4-5F7D-D9F8773D5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223DB3-6DD0-4997-570E-59FD6ACA3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2EB648-D2E3-0B3A-C6A0-51CA6C8F9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FF7135-F3C1-14C1-05EB-8F93E8C3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68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3D01C8-6B1C-376F-E6F0-99632B26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5A923F-938D-E36A-6DB7-DF197EB10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CCCB1C-50B7-CF0B-94F5-3D7FC79DC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A80889-1DB9-5F64-BA75-077F257C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731BD6-C190-20CB-04EE-DD4E0BE2E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5673BD-28D6-17BA-587E-1F4FCD01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28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AE7E24-B26E-7013-5401-013F28E1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11B04C-A5BD-A22C-E7EA-07A04C4B4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4D5FFD-FCA8-FAAE-2ED6-75C86B49E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CC3987-4307-EDB6-EF47-C29817087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BBF6812-B746-ED07-5AD4-4EAA1B470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F4BAA2-10EB-433E-D87B-FFE30481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BDF129-3182-821B-A2F3-72A27493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77A158F-E73B-1EDD-7CD9-9A3CE893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93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09A23-E752-F9FD-93BF-A274E1A0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07537B6-BDE4-73C3-A4A8-CFA6F758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012DD81-4BDA-D366-9934-1E79C888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6953500-4798-17B7-293A-063E05CD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55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C5F7F7-300E-F045-D9CA-3803BF98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3CC9C75-B167-2BAB-33D2-939DE9DB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D64F26-B05B-9D7E-09EF-B9D29B84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95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A513A-E53C-B3FB-DCBF-BDF799ED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7C194C-9621-7AF1-CF65-9A95683D2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B5DE34-20E0-7A4E-C88C-932E6472F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B58797-31CB-288E-2F9B-C13DE575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05D5AE-1832-CC96-FC2C-368707AE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432892-6E8E-07C3-DB70-8DB7049E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28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CCE39-F7B5-0EBD-4DBD-81DCF0A6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72198F-0334-B4C2-C30A-3F333A82F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485303-EBCA-3361-C345-10B7A3EBF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8BE6D6-9CFE-7A20-2DCE-1B517D39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319790-8CA4-FCE8-B11E-1AF00E38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C809E5-F510-46CC-0AD1-8F506779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456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3B878-CE18-3578-FCAF-6921A66C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9B2E03-A653-A6B1-B040-9371F40FD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CEA969-A94F-B098-19F8-49411875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32B36D-62FF-D9AB-6DA2-ADCEB17B4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459444-3170-11B9-473D-97EDB70F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08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AB72775-455D-AE12-178D-05E9957CE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F7F086-21AB-4B6B-1E22-788904DB5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7F6150-2A25-535E-D857-F0E89264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C8348C-38A3-1AEC-6D13-46C79F9A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E2B3F8-1EB3-9D6E-03E4-218DE657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54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40DC870-A6DA-8DF2-A9B1-69B6EC11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FD4DBC-3C81-F519-C922-90EC875E3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5F8AF-E33A-B9F9-6C47-93E50FD06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CFBB8-81FB-4BD2-99A3-36AD3C71E6D9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1274A0-0412-D5DE-0F9D-1E43ACE06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BD9171-95DB-B9C8-C195-88831225B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B1655-E99D-46D1-B23F-A8942EEBCA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55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aws.amazon.com/ja_jp/cli/latest/userguide/cli-configure-completion.html#cli-command-completion-window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9A366E-358B-4CA9-4558-53FBBD17B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AWS</a:t>
            </a:r>
            <a:r>
              <a:rPr kumimoji="1" lang="ja-JP" altLang="en-US" dirty="0"/>
              <a:t>　</a:t>
            </a:r>
            <a:r>
              <a:rPr kumimoji="1" lang="en-US" altLang="ja-JP" dirty="0"/>
              <a:t>CLI</a:t>
            </a:r>
            <a:r>
              <a:rPr kumimoji="1" lang="ja-JP" altLang="en-US" dirty="0"/>
              <a:t>メモ</a:t>
            </a:r>
          </a:p>
        </p:txBody>
      </p:sp>
    </p:spTree>
    <p:extLst>
      <p:ext uri="{BB962C8B-B14F-4D97-AF65-F5344CB8AC3E}">
        <p14:creationId xmlns:p14="http://schemas.microsoft.com/office/powerpoint/2010/main" val="63603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CECB43-537A-89D1-4E98-07132940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メリット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C781A5-27E6-3370-44DF-4C03C1295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AWS</a:t>
            </a:r>
            <a:r>
              <a:rPr kumimoji="1" lang="ja-JP" altLang="en-US" dirty="0"/>
              <a:t>　</a:t>
            </a:r>
            <a:r>
              <a:rPr kumimoji="1" lang="en-US" altLang="ja-JP" dirty="0"/>
              <a:t>CLI</a:t>
            </a:r>
            <a:r>
              <a:rPr kumimoji="1" lang="ja-JP" altLang="en-US" dirty="0"/>
              <a:t>はスクリプトに組み込んで自動化処理が出来る</a:t>
            </a:r>
            <a:endParaRPr kumimoji="1" lang="en-US" altLang="ja-JP" dirty="0"/>
          </a:p>
          <a:p>
            <a:r>
              <a:rPr lang="en-US" altLang="ja-JP" dirty="0"/>
              <a:t>GUI</a:t>
            </a:r>
            <a:r>
              <a:rPr lang="ja-JP" altLang="en-US" dirty="0"/>
              <a:t>であちこちの機能を往復するのがダルイ時に楽</a:t>
            </a:r>
            <a:endParaRPr lang="en-US" altLang="ja-JP" dirty="0"/>
          </a:p>
          <a:p>
            <a:r>
              <a:rPr kumimoji="1" lang="ja-JP" altLang="en-US" dirty="0"/>
              <a:t>良く行う定番処理が早い</a:t>
            </a:r>
            <a:endParaRPr kumimoji="1" lang="en-US" altLang="ja-JP" dirty="0"/>
          </a:p>
          <a:p>
            <a:r>
              <a:rPr lang="ja-JP" altLang="en-US" dirty="0"/>
              <a:t>アカウントを往復する作業でも強い</a:t>
            </a:r>
            <a:endParaRPr lang="en-US" altLang="ja-JP" dirty="0"/>
          </a:p>
          <a:p>
            <a:r>
              <a:rPr kumimoji="1" lang="en-US" altLang="ja-JP" dirty="0"/>
              <a:t>CLI</a:t>
            </a:r>
            <a:r>
              <a:rPr kumimoji="1" lang="ja-JP" altLang="en-US" dirty="0"/>
              <a:t>でしか設定できないものがある（ログ設定）</a:t>
            </a:r>
          </a:p>
        </p:txBody>
      </p:sp>
    </p:spTree>
    <p:extLst>
      <p:ext uri="{BB962C8B-B14F-4D97-AF65-F5344CB8AC3E}">
        <p14:creationId xmlns:p14="http://schemas.microsoft.com/office/powerpoint/2010/main" val="162431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CE5A6D-438E-0B2D-042C-55A0EEB7F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AWS</a:t>
            </a:r>
            <a:r>
              <a:rPr kumimoji="1" lang="ja-JP" altLang="en-US" dirty="0"/>
              <a:t>　コマンド補完機構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861C51B-5BD5-7DAE-6E68-812BB07E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1" y="2156059"/>
            <a:ext cx="6612024" cy="346220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CCF8993-8DD5-CD72-553A-7734EB0A4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283" y="1594435"/>
            <a:ext cx="4609052" cy="516731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752015-8A48-6FF8-13E4-BA29F6B81EE8}"/>
              </a:ext>
            </a:extLst>
          </p:cNvPr>
          <p:cNvSpPr txBox="1"/>
          <p:nvPr/>
        </p:nvSpPr>
        <p:spPr>
          <a:xfrm>
            <a:off x="73891" y="5621966"/>
            <a:ext cx="6761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■</a:t>
            </a:r>
            <a:r>
              <a:rPr lang="en-US" altLang="ja-JP" dirty="0"/>
              <a:t>Windows</a:t>
            </a:r>
            <a:r>
              <a:rPr lang="ja-JP" altLang="en-US" dirty="0"/>
              <a:t>で補完機能が効かない場合は</a:t>
            </a:r>
            <a:endParaRPr lang="en-US" altLang="ja-JP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altLang="ja-JP" dirty="0">
              <a:solidFill>
                <a:srgbClr val="467886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ja-JP" altLang="ja-JP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Configuring command completion in the AWS CLI - AWS Command Line Interface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967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BE59CC-E2F3-E44A-5BA4-4233B43A4388}"/>
              </a:ext>
            </a:extLst>
          </p:cNvPr>
          <p:cNvSpPr txBox="1"/>
          <p:nvPr/>
        </p:nvSpPr>
        <p:spPr>
          <a:xfrm>
            <a:off x="498764" y="2448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  <a:spcAft>
                <a:spcPts val="1500"/>
              </a:spcAft>
              <a:buNone/>
            </a:pPr>
            <a:r>
              <a:rPr lang="ja-JP" altLang="ja-JP" b="1" i="0" dirty="0">
                <a:solidFill>
                  <a:srgbClr val="333333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Amazon EC2 操作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48F54EA0-D181-1F93-08DA-918AD3CAA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911123"/>
              </p:ext>
            </p:extLst>
          </p:nvPr>
        </p:nvGraphicFramePr>
        <p:xfrm>
          <a:off x="766617" y="1018309"/>
          <a:ext cx="9725892" cy="503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5661892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b="0" i="1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# 全インスタンスの一覧表示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aws ec2 describe-instances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b="0" i="1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# 実行中のインスタンスのみ表示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aws ec2 describe-instances --filters "Name=instance-state-name,Values=running"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b="0" i="1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# 特定のインスタンスの詳細情報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aws ec2 describe-instances --instance-ids i-1234567890abcdef0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b="0" i="1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# インスタンスの起動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aws ec2 start-instances --instance-ids i-1234567890abcdef0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b="0" i="1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# インスタンスの停止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aws ec2 stop-instances --instance-ids i-1234567890abcdef0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3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ja-JP" b="0" i="1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# 新しいインスタンスの作成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aws ec2 run-instances \</a:t>
                      </a:r>
                      <a:b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</a:b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--image-id ami-0c02fb55956c7d316 \</a:t>
                      </a:r>
                      <a:b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</a:b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--count 1 \</a:t>
                      </a:r>
                      <a:b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</a:b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--instance-type t3.micro \</a:t>
                      </a:r>
                      <a:b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</a:b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--key-name my-key-pair \</a:t>
                      </a:r>
                      <a:b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</a:br>
                      <a:r>
                        <a:rPr lang="ja-JP" altLang="ja-JP" b="0" i="0" dirty="0">
                          <a:solidFill>
                            <a:srgbClr val="333333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--security-groups my-security-group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9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81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8236D5-16B5-B7B5-D90A-AB6B6C528E99}"/>
              </a:ext>
            </a:extLst>
          </p:cNvPr>
          <p:cNvSpPr txBox="1"/>
          <p:nvPr/>
        </p:nvSpPr>
        <p:spPr>
          <a:xfrm>
            <a:off x="536511" y="30957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  <a:spcAft>
                <a:spcPts val="1500"/>
              </a:spcAft>
              <a:buNone/>
            </a:pPr>
            <a:r>
              <a:rPr lang="ja-JP" altLang="ja-JP" b="1" i="0" dirty="0">
                <a:solidFill>
                  <a:srgbClr val="333333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Amazon S3 操作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86DD3556-700C-75E2-9BF8-5A310EE33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485940"/>
              </p:ext>
            </p:extLst>
          </p:nvPr>
        </p:nvGraphicFramePr>
        <p:xfrm>
          <a:off x="766617" y="1018309"/>
          <a:ext cx="9725892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5661892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バケット一覧の表示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s3 ls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特定バケット内のオブジェクト一覧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s3 ls s3://my-bucket/ --recursive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ファイルのアップロード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s3 cp local-file.txt s3://my-bucket/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ファイルのダウンロード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s3 cp s3://my-bucket/remote-file.txt ./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ディレクトリの同期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s3 sync ./local-directory s3://my-bucket/remote-directory/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3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バケットの作成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s3 mb s3://my-new-bucket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バケットの削除（空の場合）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s3 rb s3://my-bucket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8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20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45458B-85BB-5058-BCDD-8590DC9233B7}"/>
              </a:ext>
            </a:extLst>
          </p:cNvPr>
          <p:cNvSpPr txBox="1"/>
          <p:nvPr/>
        </p:nvSpPr>
        <p:spPr>
          <a:xfrm>
            <a:off x="443345" y="226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  <a:spcAft>
                <a:spcPts val="1500"/>
              </a:spcAft>
              <a:buNone/>
            </a:pPr>
            <a:r>
              <a:rPr lang="ja-JP" altLang="ja-JP" b="1" i="0" dirty="0">
                <a:solidFill>
                  <a:srgbClr val="333333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Amazon RDS 操作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41A19BE3-B75F-1538-C7A5-6177F4EE0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432763"/>
              </p:ext>
            </p:extLst>
          </p:nvPr>
        </p:nvGraphicFramePr>
        <p:xfrm>
          <a:off x="766616" y="1018309"/>
          <a:ext cx="10972801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257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7250544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RDSインスタンス一覧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rds describe-db-instances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特定のDBインスタンス情報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rds describe-db-instances --db-instance-identifier mydb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スナップショット作成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rds create-db-snapshot \</a:t>
                      </a:r>
                      <a:br>
                        <a:rPr lang="ja-JP" altLang="ja-JP" dirty="0"/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--db-instance-identifier mydb \</a:t>
                      </a:r>
                      <a:br>
                        <a:rPr lang="ja-JP" altLang="ja-JP" dirty="0"/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--db-snapshot-identifier mydb-snapshot-$(date +%Y%m%d)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スナップショット一覧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rds describe-db-snapshots --db-instance-identifier mydb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3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8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3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8AB53B-324A-EF4A-8D8E-DDB96FFD4147}"/>
              </a:ext>
            </a:extLst>
          </p:cNvPr>
          <p:cNvSpPr txBox="1"/>
          <p:nvPr/>
        </p:nvSpPr>
        <p:spPr>
          <a:xfrm>
            <a:off x="286327" y="189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  <a:spcAft>
                <a:spcPts val="1500"/>
              </a:spcAft>
              <a:buNone/>
            </a:pPr>
            <a:r>
              <a:rPr lang="ja-JP" altLang="ja-JP" b="1" i="0" dirty="0">
                <a:solidFill>
                  <a:srgbClr val="333333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AWS Lambda 関数操作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50FEDEDE-32E7-C200-1412-EEDFEC6F5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941196"/>
              </p:ext>
            </p:extLst>
          </p:nvPr>
        </p:nvGraphicFramePr>
        <p:xfrm>
          <a:off x="766616" y="1018309"/>
          <a:ext cx="10972801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257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7250544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Lambda関数一覧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lambda list-functions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関数の実行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lambda invoke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--function-name my-function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--payload '{"key": "value"}'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関数の更新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lambda update-function-code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--function-name my-function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--zip-file fileb://function.zip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3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8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95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CCB5DC-F160-D7BA-9629-C1797BCA312B}"/>
              </a:ext>
            </a:extLst>
          </p:cNvPr>
          <p:cNvSpPr txBox="1"/>
          <p:nvPr/>
        </p:nvSpPr>
        <p:spPr>
          <a:xfrm>
            <a:off x="527274" y="4573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  <a:spcAft>
                <a:spcPts val="1500"/>
              </a:spcAft>
              <a:buNone/>
            </a:pPr>
            <a:r>
              <a:rPr lang="ja-JP" altLang="ja-JP" b="1" i="0" dirty="0">
                <a:solidFill>
                  <a:srgbClr val="333333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AWS IAM 操作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F25763B-49E2-7DCB-8D87-857E5F97C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881100"/>
              </p:ext>
            </p:extLst>
          </p:nvPr>
        </p:nvGraphicFramePr>
        <p:xfrm>
          <a:off x="766616" y="1018309"/>
          <a:ext cx="10972801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257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7250544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IAMユーザー一覧</a:t>
                      </a:r>
                      <a:endParaRPr kumimoji="1" lang="ja-JP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iam list-users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IAMロール一覧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iam list-roles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ユーザーにポリシーをアタッチ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iam attach-user-policy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--user-name my-user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--policy-arn arn:aws:iam::aws:policy/AmazonS3ReadOnlyAccess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ユーザーの権限確認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iam list-attached-user-policies --user-name my-user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3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8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45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26B5-F1A7-33A2-A060-FD3B0EB8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96CD48-9BFE-9632-F64C-A1E6D92E8132}"/>
              </a:ext>
            </a:extLst>
          </p:cNvPr>
          <p:cNvSpPr txBox="1"/>
          <p:nvPr/>
        </p:nvSpPr>
        <p:spPr>
          <a:xfrm>
            <a:off x="527274" y="4573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1" dirty="0"/>
              <a:t>AWS CloudFormation操作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4E28E791-CCE4-B7FD-BFD6-119B55C95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995166"/>
              </p:ext>
            </p:extLst>
          </p:nvPr>
        </p:nvGraphicFramePr>
        <p:xfrm>
          <a:off x="527274" y="1203037"/>
          <a:ext cx="11516944" cy="378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853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8405091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スタック一覧</a:t>
                      </a:r>
                      <a:endParaRPr kumimoji="1" lang="ja-JP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cloudformation list-stacks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スタックの作成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cloudformation create-stack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--stack-name my-stack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--template-body file://template.yaml \</a:t>
                      </a:r>
                      <a:b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--parameters ParameterKey=Environment,ParameterValue=production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スタックの状態確認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cloudformation describe-stacks --stack-name my-stack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スタックの削除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cloudformation delete-stack --stack-name my-stack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3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8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44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18EEC-8F82-EAE9-B390-206CC5FA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921221-4AB7-BF9F-1C53-824A4D763D96}"/>
              </a:ext>
            </a:extLst>
          </p:cNvPr>
          <p:cNvSpPr txBox="1"/>
          <p:nvPr/>
        </p:nvSpPr>
        <p:spPr>
          <a:xfrm>
            <a:off x="527274" y="4573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1" dirty="0"/>
              <a:t>AWS C</a:t>
            </a:r>
            <a:r>
              <a:rPr lang="en-US" altLang="ja-JP" b="1" dirty="0"/>
              <a:t>ode Commit</a:t>
            </a:r>
            <a:r>
              <a:rPr lang="ja-JP" altLang="ja-JP" b="1" dirty="0"/>
              <a:t>操作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695E177-0515-4BFD-AB51-68C57EF82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16954"/>
              </p:ext>
            </p:extLst>
          </p:nvPr>
        </p:nvGraphicFramePr>
        <p:xfrm>
          <a:off x="453383" y="944418"/>
          <a:ext cx="11516944" cy="5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853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8405091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現在のレポジトリ一覧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codecommit --region us-east-1 list-repositories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プルリクエストを作成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codecommit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create-pull-request \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--title "Add new feature" \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--description "This PR adds a new feature that..." \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--targets </a:t>
                      </a: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repositoryName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kumimoji="1" lang="ja-JP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リポジトリ名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sourceReference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=feature/new-</a:t>
                      </a: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feature,destinationReference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特定のプルリクエストを確認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codecommit get-pull-request --pull-request-id プルリクエストID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リポジトリの全プルリクエストを一覧表示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codecommit list-pull-requests --repository-name リポジトリ名 --pull-request-status 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プルリクエスト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codecommit update-pull-request-approval-state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--pull-request-id プルリクエストID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--revision-id プルリクエストの最新リビジョンID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--approval-state APPROVE</a:t>
                      </a: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3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9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ja-JP" b="0" i="0" dirty="0">
                        <a:solidFill>
                          <a:srgbClr val="333333"/>
                        </a:solidFill>
                        <a:effectLst/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8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6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69D9-372C-26D2-3944-2DA8C520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F7363C-4C9F-D821-FEE3-C19BD173BD41}"/>
              </a:ext>
            </a:extLst>
          </p:cNvPr>
          <p:cNvSpPr txBox="1"/>
          <p:nvPr/>
        </p:nvSpPr>
        <p:spPr>
          <a:xfrm>
            <a:off x="527274" y="4573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1" dirty="0"/>
              <a:t>AWS C</a:t>
            </a:r>
            <a:r>
              <a:rPr lang="en-US" altLang="ja-JP" b="1" dirty="0"/>
              <a:t>ode Commit</a:t>
            </a:r>
            <a:r>
              <a:rPr lang="ja-JP" altLang="ja-JP" b="1" dirty="0"/>
              <a:t>操作</a:t>
            </a:r>
            <a:r>
              <a:rPr lang="en-US" altLang="ja-JP" b="1"/>
              <a:t>2</a:t>
            </a:r>
            <a:endParaRPr lang="ja-JP" altLang="ja-JP" b="1" dirty="0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919BE164-9E79-CBED-F14B-7890AC214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526892"/>
              </p:ext>
            </p:extLst>
          </p:nvPr>
        </p:nvGraphicFramePr>
        <p:xfrm>
          <a:off x="453383" y="944418"/>
          <a:ext cx="11516944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853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8405091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プルリクエストをマージ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codecommit merge-pull-request-by-fast-forward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--pull-request-id プルリクエストID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--repository-name リポジトリ名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--source-commit-id ソースブランチの先頭コミットID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スカッシュマージ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codecommit merge-pull-request-by-squash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--pull-request-id プルリクエストID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--repository-name リポジトリ名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--source-commit-id ソースブランチの先頭コミットID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--commit-message "Squash merge PR #123"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マージコミットの作成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codecommit merge-pull-request-by-merge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--pull-request-id プルリクエストID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--repository-name リポジトリ名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--source-commit-id ソースブランチの先頭コミットID \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--commit-message "Merge PR #123"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75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F44E-193F-81C3-704C-E908442C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69263F-3D11-A87A-A7DB-61FE2FDB3508}"/>
              </a:ext>
            </a:extLst>
          </p:cNvPr>
          <p:cNvSpPr txBox="1"/>
          <p:nvPr/>
        </p:nvSpPr>
        <p:spPr>
          <a:xfrm>
            <a:off x="527274" y="45735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1" dirty="0"/>
              <a:t>AWS C</a:t>
            </a:r>
            <a:r>
              <a:rPr lang="en-US" altLang="ja-JP" b="1" dirty="0"/>
              <a:t>loud watch</a:t>
            </a:r>
            <a:endParaRPr lang="ja-JP" altLang="ja-JP" b="1" dirty="0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912DCBBF-35AC-A876-343F-2E6631F23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640588"/>
              </p:ext>
            </p:extLst>
          </p:nvPr>
        </p:nvGraphicFramePr>
        <p:xfrm>
          <a:off x="453383" y="944418"/>
          <a:ext cx="1151694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853">
                  <a:extLst>
                    <a:ext uri="{9D8B030D-6E8A-4147-A177-3AD203B41FA5}">
                      <a16:colId xmlns:a16="http://schemas.microsoft.com/office/drawing/2014/main" val="1292972880"/>
                    </a:ext>
                  </a:extLst>
                </a:gridCol>
                <a:gridCol w="8405091">
                  <a:extLst>
                    <a:ext uri="{9D8B030D-6E8A-4147-A177-3AD203B41FA5}">
                      <a16:colId xmlns:a16="http://schemas.microsoft.com/office/drawing/2014/main" val="285458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95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 Groupを確認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logs describe-log-groups --log-group-name-prefix "/</a:t>
                      </a: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/lambda/"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00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streamを確認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logs describe-log-</a:t>
                      </a: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stremas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--log-group-name "/</a:t>
                      </a:r>
                      <a:r>
                        <a:rPr kumimoji="1" lang="en-US" altLang="ja-JP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/lambda/[lambda Function</a:t>
                      </a:r>
                      <a:r>
                        <a:rPr kumimoji="1" lang="ja-JP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名前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3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81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ja-JP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210533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53A49B-BBA4-EFED-D07C-154A1EC60BF5}"/>
              </a:ext>
            </a:extLst>
          </p:cNvPr>
          <p:cNvSpPr txBox="1"/>
          <p:nvPr/>
        </p:nvSpPr>
        <p:spPr>
          <a:xfrm>
            <a:off x="812800" y="3108144"/>
            <a:ext cx="833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aws logs describe-log-groups | jq -r '.logGroups[].logGroupName'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D7DE25-950A-FD46-E382-F85FA20C7542}"/>
              </a:ext>
            </a:extLst>
          </p:cNvPr>
          <p:cNvSpPr txBox="1"/>
          <p:nvPr/>
        </p:nvSpPr>
        <p:spPr>
          <a:xfrm>
            <a:off x="729672" y="3790143"/>
            <a:ext cx="11157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aws logs describe-log-streams --log-group-name "</a:t>
            </a:r>
            <a:r>
              <a:rPr lang="en-US" altLang="ja-JP" dirty="0"/>
              <a:t> /</a:t>
            </a:r>
            <a:r>
              <a:rPr lang="en-US" altLang="ja-JP" dirty="0" err="1"/>
              <a:t>aws</a:t>
            </a:r>
            <a:r>
              <a:rPr lang="en-US" altLang="ja-JP" dirty="0"/>
              <a:t>/</a:t>
            </a:r>
            <a:r>
              <a:rPr lang="en-US" altLang="ja-JP" dirty="0" err="1"/>
              <a:t>codebuild</a:t>
            </a:r>
            <a:r>
              <a:rPr lang="en-US" altLang="ja-JP" dirty="0"/>
              <a:t>/yoshida-test-</a:t>
            </a:r>
            <a:r>
              <a:rPr lang="en-US" altLang="ja-JP" dirty="0" err="1"/>
              <a:t>codeBuild</a:t>
            </a:r>
            <a:r>
              <a:rPr lang="en-US" altLang="ja-JP" dirty="0"/>
              <a:t> </a:t>
            </a:r>
            <a:r>
              <a:rPr lang="ja-JP" altLang="en-US" dirty="0"/>
              <a:t>"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16B53B2-6039-9CEF-BD20-1E06064D6B10}"/>
              </a:ext>
            </a:extLst>
          </p:cNvPr>
          <p:cNvSpPr txBox="1"/>
          <p:nvPr/>
        </p:nvSpPr>
        <p:spPr>
          <a:xfrm>
            <a:off x="528878" y="4330806"/>
            <a:ext cx="116631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aws logs get-log-events `</a:t>
            </a:r>
          </a:p>
          <a:p>
            <a:r>
              <a:rPr lang="ja-JP" altLang="en-US" dirty="0"/>
              <a:t>  --log-group-name "/aws/lambda/key-lotation-lambda-scheduledEventLoggerFunction-0mg7bL1Sc6Ko" `</a:t>
            </a:r>
          </a:p>
          <a:p>
            <a:r>
              <a:rPr lang="ja-JP" altLang="en-US" dirty="0"/>
              <a:t>  --log-stream-name '2026/06/18/[$LATEST]87bce14196374a5a981a1dd107479f6d' `</a:t>
            </a:r>
          </a:p>
          <a:p>
            <a:r>
              <a:rPr lang="ja-JP" altLang="en-US" dirty="0"/>
              <a:t>  --start-from-head `</a:t>
            </a:r>
          </a:p>
          <a:p>
            <a:r>
              <a:rPr lang="ja-JP" altLang="en-US" dirty="0"/>
              <a:t>  --region us-east-2</a:t>
            </a:r>
          </a:p>
        </p:txBody>
      </p:sp>
    </p:spTree>
    <p:extLst>
      <p:ext uri="{BB962C8B-B14F-4D97-AF65-F5344CB8AC3E}">
        <p14:creationId xmlns:p14="http://schemas.microsoft.com/office/powerpoint/2010/main" val="164227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EF726-F712-73EC-C9AB-FA27118B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Cloud trail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937226-BE0E-89A2-8C49-ED8F907E5B4C}"/>
              </a:ext>
            </a:extLst>
          </p:cNvPr>
          <p:cNvSpPr txBox="1"/>
          <p:nvPr/>
        </p:nvSpPr>
        <p:spPr>
          <a:xfrm>
            <a:off x="838200" y="2268192"/>
            <a:ext cx="88877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START=$(date +%s -d "2024-07-22 00:00:00")</a:t>
            </a:r>
          </a:p>
          <a:p>
            <a:r>
              <a:rPr lang="ja-JP" altLang="en-US" dirty="0"/>
              <a:t>END=$(date +%s -d "2024-07-22 01:59:59")</a:t>
            </a:r>
          </a:p>
          <a:p>
            <a:r>
              <a:rPr lang="ja-JP" altLang="en-US" dirty="0"/>
              <a:t>ATTR_KEY="EventSource"</a:t>
            </a:r>
          </a:p>
          <a:p>
            <a:r>
              <a:rPr lang="ja-JP" altLang="en-US" dirty="0"/>
              <a:t>ATTR_VALUE="ec2.amazonaws.com"</a:t>
            </a:r>
          </a:p>
          <a:p>
            <a:endParaRPr lang="ja-JP" altLang="en-US" dirty="0"/>
          </a:p>
          <a:p>
            <a:r>
              <a:rPr lang="ja-JP" altLang="en-US" dirty="0"/>
              <a:t>aws cloudtrail lookup-events \</a:t>
            </a:r>
          </a:p>
          <a:p>
            <a:r>
              <a:rPr lang="ja-JP" altLang="en-US" dirty="0"/>
              <a:t>    --start-time "${START}" \</a:t>
            </a:r>
          </a:p>
          <a:p>
            <a:r>
              <a:rPr lang="ja-JP" altLang="en-US" dirty="0"/>
              <a:t>    --end-time "${END}" \</a:t>
            </a:r>
          </a:p>
          <a:p>
            <a:r>
              <a:rPr lang="ja-JP" altLang="en-US" dirty="0"/>
              <a:t>    --lookup-attributes AttributeKey="${ATTR_KEY}",AttributeValue="${ATTR_VALUE}" \</a:t>
            </a:r>
          </a:p>
          <a:p>
            <a:r>
              <a:rPr lang="ja-JP" altLang="en-US" dirty="0"/>
              <a:t>    --max-items integer</a:t>
            </a:r>
          </a:p>
        </p:txBody>
      </p:sp>
    </p:spTree>
    <p:extLst>
      <p:ext uri="{BB962C8B-B14F-4D97-AF65-F5344CB8AC3E}">
        <p14:creationId xmlns:p14="http://schemas.microsoft.com/office/powerpoint/2010/main" val="36277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1306</Words>
  <PresentationFormat>ワイド画面</PresentationFormat>
  <Paragraphs>131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Noto Sans JP</vt:lpstr>
      <vt:lpstr>游ゴシック</vt:lpstr>
      <vt:lpstr>游ゴシック Light</vt:lpstr>
      <vt:lpstr>Arial</vt:lpstr>
      <vt:lpstr>Office テーマ</vt:lpstr>
      <vt:lpstr>AWS　CLIメモ</vt:lpstr>
      <vt:lpstr>メリット</vt:lpstr>
      <vt:lpstr>AWS　コマンド補完機構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Cloud trail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2026-07-06T13:08:35Z</dcterms:created>
  <dcterms:modified xsi:type="dcterms:W3CDTF">2026-07-11T12:57:57Z</dcterms:modified>
</cp:coreProperties>
</file>